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</a:rPr>
              <a:t>SERIES 1 — LABORATORY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9E2FF"/>
                </a:solidFill>
              </a:rPr>
              <a:t>Convergence, Limits and the Number  e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4F7CFF"/>
                </a:solidFill>
              </a:rPr>
              <a:t>(1 + 1/n)^n  ·  (a^h − 1)/h  ·  Σ x^n / 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8FA0C8"/>
                </a:solidFill>
              </a:rPr>
              <a:t>Python + NumPy + Matplotlib   |   three exercises, three histograms, one answer: e = 2.718281828…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One constant, three equivalent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Exercise 1 — sequence:  e = lim_{n→∞} (1 + 1/n)^n   (compound interest paid n times/year)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Exercise 2 — difference quotient:  lim_{h→0} (a^h − 1)/h = ln(a)   (derivative of a^x at 0)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Exercise 3 — power series:  e^x = Σ_{n=0}^{∞} x^n / n!   (with x = 1:  e = Σ 1/n!)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All three constructions converge to the SAME double-precision value 2.718281828459045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C896"/>
                </a:solidFill>
              </a:rPr>
              <a:t>Take-away of the sheet: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</a:rPr>
              <a:t>A limit is a number — but the ALGORITHM used to compute it decides whether you actually see it (numerical stability, machine precision).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EXERCISE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Compound interest: (1 + 1/n)^n  →  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</a:rPr>
              <a:t>Question:  implement (1 + 1/n)^n for frequencies yearly, twice a year, quarterly, … up to every nanosecond, and draw a histogram in Matplotlib.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F7CFF"/>
                </a:solidFill>
              </a:rPr>
              <a:t>The mathematics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n = number of interest-payment periods per year (1, 2, 4, 12, 365, 8 760, …, 3.1536×10^16)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yearly: 2.000000 | 2×/year: 2.250000 | quarterly: 2.441406 | monthly: 2.613035 | daily: 2.714567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Limit:  lim (1 + 1/n)^n = e = 2.718281828…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First-order error:  e − A(n) ≈ e/(2n) — to halve the gap, double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321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B020"/>
                </a:solidFill>
              </a:rPr>
              <a:t>Numerical catch (up to the nanosecond):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</a:rPr>
              <a:t>for n ≥ 10^16 the literal float 1 + 1/n rounds to 1.0 → naive code returns 1.0. Stable form:  exp(n * log(1 + 1/n)) with math.log1p.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EXERCISE 1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A(n) from yearly up to every nanosecond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F7CFF"/>
                </a:solidFill>
              </a:rPr>
              <a:t>Output table (stable computation)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yearly              2.000000   error 7.2e-01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twice a year        2.250000   error 4.7e-01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quarterly           2.441406   error 2.8e-01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monthly             2.613035   error 1.1e-01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daily               2.714567   error 3.7e-03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hourly              2.718127   error 1.6e-04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per minute          2.718279   error 2.6e-06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per second          2.718282   error 4.3e-08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per ms              2.718282   error 4.3e-11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per us              2.718282   error 4.4e-14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C896"/>
                </a:solidFill>
              </a:rPr>
              <a:t>per ns              2.718282   error 0</a:t>
            </a:r>
          </a:p>
        </p:txBody>
      </p:sp>
      <p:pic>
        <p:nvPicPr>
          <p:cNvPr id="6" name="Picture 5" descr="exercise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852160" cy="2331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EXERCISE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Difference quotient: (a^h − 1)/h  →  ln(a)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</a:rPr>
              <a:t>Question:  implement the table of (a^h − 1)/h for three bases a = 2, e, 3 as h shrinks (tolerance ×10^−6) and draw a histogram.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F7CFF"/>
                </a:solidFill>
              </a:rPr>
              <a:t>The mathematics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(a^h − 1)/h = slope of the SECANT of f(x) = a^x between 0 and h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As h → 0 the secant becomes the TANGENT at x = 0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Slope of the tangent = derivative f′(0) = ln(a)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Limits:   a=2 → 0.6931    a=e → 1.0000    a=3 → 1.0986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321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C896"/>
                </a:solidFill>
              </a:rPr>
              <a:t>This is how the derivative of the exponential is defined from first principles — no derivative rules needed!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EXERCISE 2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The table settles at ln(a) as h shrinks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7CFF"/>
                </a:solidFill>
              </a:rPr>
              <a:t>Exact reproduction of the sheet’s table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h          a=2      a=e       a=3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 = 0.1       0.7177     1.0517    1.1612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 = 0.01      0.6956     1.0050    1.1047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 = 0.001     0.6934     1.0005    1.0992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 = 0.0001    0.6932    1.00005    1.0987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 = 1e-5      0.6931    1.00000    1.0986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h = 1e-6      0.6931    1.00000    1.0986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0C896"/>
                </a:solidFill>
              </a:rPr>
              <a:t>limit     0.6931   1.0000    1.0986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B020"/>
                </a:solidFill>
              </a:rPr>
              <a:t>tolerance 1e-6 is reached at h = 1e-6 for all three bases</a:t>
            </a:r>
          </a:p>
        </p:txBody>
      </p:sp>
      <p:pic>
        <p:nvPicPr>
          <p:cNvPr id="6" name="Picture 5" descr="exercise2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920240"/>
            <a:ext cx="6126480" cy="2732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EXERCISE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Exponential series: e^x = Σ x^n / n!   (x =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</a:rPr>
              <a:t>Question:  implement e^x = Σ_{n=0}^{∞} x^n / n! for x = 1, summing from n = 0 up to 10,000 terms; draw a histogram.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F7CFF"/>
                </a:solidFill>
              </a:rPr>
              <a:t>The mathematics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Every term from the previous one:  term(n) = term(n−1) · x / n, term(0) = 1 — no huge factorials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For x = 1 the series reads  e = 1 + 1 + 1/2! + 1/3! + … = Σ 1/n!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Tail bound after N terms:  |e − S_N| &lt; 1/(N+1)!  (factorial beats every polynomial)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Partial sums:  S_10 = 2.7182818011  |  S_100 = 2.7182818285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321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0C896"/>
                </a:solidFill>
              </a:rPr>
              <a:t>By N ≈ 20 the terms are below 1/21! ≈ 5×10^−20: the sum saturates at the double-precision value of e — 10,000 terms run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EXERCISE 3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Partial sums up to N = 10,000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7CFF"/>
                </a:solidFill>
              </a:rPr>
              <a:t>Checkpoint table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N(terms)   S_N            |e−S_N|   digits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       10    2.7182818011     2.7e-08       8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      100    2.7182818285     4.4e-16      16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    1,000    2.7182818285     4.4e-16      16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</a:rPr>
              <a:t>   10,000    2.7182818285     4.4e-16      16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B020"/>
                </a:solidFill>
              </a:rPr>
              <a:t>machine precision ≈ 2.2e-16 reached at N =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7CFF"/>
                </a:solidFill>
              </a:rPr>
              <a:t>Accuracy bands (right panel):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</a:rPr>
              <a:t>rough &gt;1e-2  ·  engineering 1e-6..1e-2  ·  high precision &lt;1e-6  ·  machine 2e-16</a:t>
            </a:r>
          </a:p>
        </p:txBody>
      </p:sp>
      <p:pic>
        <p:nvPicPr>
          <p:cNvPr id="7" name="Picture 6" descr="exercise3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920240"/>
            <a:ext cx="6126480" cy="2565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FA0C8"/>
                </a:solidFill>
              </a:rP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</a:rPr>
              <a:t>Every road leads to 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4114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Exercise 1 →  A(ns) = 2.718282 = e     (naive code says 1.0!)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Exercise 2 →  (2^h−1)/h → 0.6931,  (e^h−1)/h → 1.0000,  (3^h−1)/h → 1.0986 = ln(a)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Exercise 3 →  S_10000 = Σ 1/n! = 2.718281828459045 = e (double)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9768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C896"/>
                </a:solidFill>
              </a:rPr>
              <a:t>Key takeaways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Sequences, quotients and series are three lenses on the same limit — match the tool to the definition.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Numerical stability: log1p/exp rewrites keep nanosecond-scale answers honest.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E2FF"/>
                </a:solidFill>
              </a:rPr>
              <a:t>▪  Machine precision caps accuracy at ~16 digits; bigger N buys nothing once the tail is below 2e-16.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C9E2FF"/>
                </a:solidFill>
              </a:rPr>
              <a:t>Series1 · Laboratory Exercise — solved with Python, NumPy and Matplotlib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8FA0C8"/>
                </a:solidFill>
              </a:rPr>
              <a:t>scripts: exercise1_compound_interest.py · exercise2_difference_quotient.py · exercise3_exponential_series.py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